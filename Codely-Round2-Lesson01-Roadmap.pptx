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0–10 мин. Танилцах. Round 2 эхэлж байна гэдгийг зарлах. Энергитэй!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Хурдан. 2 минутаас хэтрүүлэхгүй. Photo placeholder-ыг зургаараа сольж тавь.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Хосуудыг УРЬДЧИЛАН бэлдсэн жагсаалтаар зарла — тайзан дээр бодож болохгүй, цаг иднэ.</a:t>
            </a:r>
          </a:p>
          <a:p>
            <a:r>
              <a:t>Round 1 төгсөгчид 'Mentor buddy' гэсэн албан үүрэг өг. Discord-д нэгдүүл.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10–25 мин. WOW #1. Энэ мөч өдрийн хамгийн чухал 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QR-ыг урьдчилан 2 өөр утсан дээр ТУРШСАН байх. Нэг Wi-Fi эсэхийг шалга.</a:t>
            </a:r>
          </a:p>
          <a:p>
            <a:r>
              <a:t>Ажиллахгүй бол: npx expo start --tunnel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Хамгийн хүчтэй мөч. Хүүхдүүд утсаа хараад байхад админ вэб дээрээ кино нэм.</a:t>
            </a:r>
          </a:p>
          <a:p>
            <a:r>
              <a:t>16 утсан дээр зэрэг гарч ирнэ. Урьдчилан 2 удаа турш!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Season 1 = багштай хамт нэг ижил бүтээгдэхүүн. Season 2 = өөрийн санаа.</a:t>
            </a:r>
          </a:p>
          <a:p>
            <a:r>
              <a:t>Season 1-ийн prompt-ууд чинь Season 2-д дахин хэрэглэгдэнэ гэдгийг ЗААВАЛ хэл.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Гол ойлголт: контент нэмдэг хүн (admin) vs контент үздэг хүн (user). 2 өөр интерфэйс, НЭГ дата.</a:t>
            </a:r>
          </a:p>
          <a:p>
            <a:r>
              <a:t>Web admin-ыг AI Studio-гаар хийнэ → Round 1 төгсөгчид энд Mentor болно.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Х5-ын төгсгөлд бүх хүүхэд бүрэн ажилладаг бүтээгдэхүүнтэй болно: вэб + апп +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Playbook гэдгийг тодорхой тайлбарла — Season 1 хаягдахгүй, дахин хэрэглэгдэнэ.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Day-г ЭХНИЙ өдрөөс зарлах нь motivation-ы гол хөшүүрэг. Огноог тодорхой хэл.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Шинэ сурагчид: 'Round 1 хийгээгүй байсан ч гүйцнэ' гэдгийг тодорхой хэл.</a:t>
            </a:r>
          </a:p>
          <a:p>
            <a:r>
              <a:t>Round 1 төгсөгчид: 'AI Studio-гийн мэдлэг чинь Х3-т хэрэгтэй болно' — бахархал өг.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40–55 мин. Хамгийн 'лекц' хэсэг — 15 минутаас ХЭТРҮҮЛЭХГҮЙ. Асуулт асууж оролцуул.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Асуултаар оролцуул. Instagram, TikTok = native (эсвэл cross-platform). Хүүхдүүд таамаглана.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1-д Vercel дээр deploy хийсэн шиг — Expo Go бол утасны 'deploy'.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Энэ бол Round 2-ийн гол framing. Хүүхэд код бичихгүй — удирдана, шалгана.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60–75 мин. Live demo бэлэн байг.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1 prompt өгөөд agent файл үүсгэж, команд ажиллуулж байгааг проектор дээр харуул.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Tester гэдэг үүрэг яг үүнээс гардаг. Хүүхдэд 'чи л мэднэ' гэдгийг бахархал болгож өг.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75–120 мин. Хамгийн гацдаг хэсэг. Дуусгасан хос → Mentor болж бусдад тусална (✦ оноо).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хуудсыг хос бүрт тарааж бай. Самбарт 'бэлэн болсон хосууд' жагсаалт бич — өрсөлдөөн үүснэ.</a:t>
            </a:r>
          </a:p>
          <a:p>
            <a:r>
              <a:t>Гацсан сурагчийг 10 минутаас илүү барихгүй → нөөц машин руу шилжүүл.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Энэ бол Round 2-ийн үнэ цэнийн гол мөч: prompt бичигчээс → agent удирдагч болох.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135–145 мин. Богино, тодорхой. Жишээ түүх ярь: auto-approve дараад файлаа алдсан хүн.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145–150 мин. Утас, цэнэглэгч — эцэг эхэд бас Discord-оор сануул.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5568696" y="1481328"/>
            <a:ext cx="1051560" cy="91440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0" b="1">
                <a:solidFill>
                  <a:srgbClr val="1E293B"/>
                </a:solidFill>
                <a:latin typeface="Lato"/>
              </a:rPr>
              <a:t>AI Summer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4748B"/>
                </a:solidFill>
                <a:latin typeface="Lato"/>
              </a:rPr>
              <a:t>Round 2  ·  Agentic AI + Мобайл апп бүтээх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470916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Lato"/>
              </a:rPr>
              <a:t>ХИЧЭЭЛ 1  ·  SETUP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Meet Your Instructor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3200400" cy="35661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9050">
            <a:solidFill>
              <a:srgbClr val="E2E8F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500">
                <a:solidFill>
                  <a:srgbClr val="64748B"/>
                </a:solidFill>
                <a:latin typeface="Lato"/>
              </a:rPr>
              <a:t>[ ЗУРАГ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97316"/>
                </a:solidFill>
                <a:latin typeface="Lato"/>
              </a:rPr>
              <a:t>Б.Баясгалан</a:t>
            </a:r>
          </a:p>
        </p:txBody>
      </p:sp>
      <p:sp>
        <p:nvSpPr>
          <p:cNvPr id="8" name="Oval 7"/>
          <p:cNvSpPr/>
          <p:nvPr/>
        </p:nvSpPr>
        <p:spPr>
          <a:xfrm>
            <a:off x="4668012" y="3131820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974336" y="3063240"/>
            <a:ext cx="62727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E293B"/>
                </a:solidFill>
                <a:latin typeface="Lato"/>
              </a:rPr>
              <a:t>Co-founder @ Codely Academy</a:t>
            </a:r>
          </a:p>
        </p:txBody>
      </p:sp>
      <p:sp>
        <p:nvSpPr>
          <p:cNvPr id="10" name="Oval 9"/>
          <p:cNvSpPr/>
          <p:nvPr/>
        </p:nvSpPr>
        <p:spPr>
          <a:xfrm>
            <a:off x="4668012" y="3698748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74336" y="3630168"/>
            <a:ext cx="62727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E293B"/>
                </a:solidFill>
                <a:latin typeface="Lato"/>
              </a:rPr>
              <a:t>МУИС-ийн ПХ инженер</a:t>
            </a:r>
          </a:p>
        </p:txBody>
      </p:sp>
      <p:sp>
        <p:nvSpPr>
          <p:cNvPr id="12" name="Oval 11"/>
          <p:cNvSpPr/>
          <p:nvPr/>
        </p:nvSpPr>
        <p:spPr>
          <a:xfrm>
            <a:off x="4668012" y="4265676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974336" y="4197096"/>
            <a:ext cx="62727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E293B"/>
                </a:solidFill>
                <a:latin typeface="Lato"/>
              </a:rPr>
              <a:t>2015 оноос хойш 70+ төсөл</a:t>
            </a:r>
          </a:p>
        </p:txBody>
      </p:sp>
      <p:sp>
        <p:nvSpPr>
          <p:cNvPr id="14" name="Oval 13"/>
          <p:cNvSpPr/>
          <p:nvPr/>
        </p:nvSpPr>
        <p:spPr>
          <a:xfrm>
            <a:off x="4668012" y="4832604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74336" y="4764024"/>
            <a:ext cx="62727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E293B"/>
                </a:solidFill>
                <a:latin typeface="Lato"/>
              </a:rPr>
              <a:t>MCS, Khan Bank, Andex IT — 10 жилийн туршлага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Find Your Mission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Lato"/>
              </a:rPr>
              <a:t>Round 2-т хос болж ажиллана: нэг нь ЖОЛООЧ (бичнэ), нөгөө нь НАВИГАТОР (хардаг). 15 мин тутам солино.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320040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FBBF24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9848" y="275234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Lato"/>
              </a:rPr>
              <a:t>Look Around!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383280"/>
            <a:ext cx="279806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Хажууд суугаа хүүхэд бол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таны ХАМТРАГЧ.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Нэг баг гэсэн үг.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514600"/>
            <a:ext cx="320040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A855F7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81728" y="275234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Lato"/>
              </a:rPr>
              <a:t>Mentor Buddy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383280"/>
            <a:ext cx="279806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Round 1 төгссөн хүн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шинэ найздаа тусална.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Тусалбал ✦ оноо!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14600"/>
            <a:ext cx="320040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84CC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3608" y="275234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Lato"/>
              </a:rPr>
              <a:t>Double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3383280"/>
            <a:ext cx="279806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Хоёулаа нэг компьютер,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хоёулаа өөрийн утас.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Хамтдаа хурдан.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2848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1E293B"/>
                </a:solidFill>
                <a:latin typeface="Lato"/>
              </a:rPr>
              <a:t>Утсаа гаргаарай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393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Lato"/>
              </a:rPr>
              <a:t>Юу ч суулгаагүй байхад апп ажиллана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622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Lato"/>
              </a:rPr>
              <a:t>&gt;_  Build the future today!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3 алхам, 5 минут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3200400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A855F7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9848" y="238658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Lato"/>
              </a:rPr>
              <a:t>1 · Суулга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017520"/>
            <a:ext cx="279806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64748B"/>
                </a:solidFill>
                <a:latin typeface="Lato"/>
              </a:rPr>
              <a:t>Play Store / App Store →</a:t>
            </a:r>
          </a:p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64748B"/>
                </a:solidFill>
                <a:latin typeface="Lato"/>
              </a:rPr>
              <a:t>"Expo Go"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48840"/>
            <a:ext cx="3200400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F973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81728" y="238658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Lato"/>
              </a:rPr>
              <a:t>2 · Нээ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017520"/>
            <a:ext cx="279806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64748B"/>
                </a:solidFill>
                <a:latin typeface="Lato"/>
              </a:rPr>
              <a:t>Expo Go →</a:t>
            </a:r>
          </a:p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64748B"/>
                </a:solidFill>
                <a:latin typeface="Lato"/>
              </a:rPr>
              <a:t>Scan QR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148840"/>
            <a:ext cx="3200400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84CC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93608" y="238658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Lato"/>
              </a:rPr>
              <a:t>3 · Унш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3017520"/>
            <a:ext cx="279806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64748B"/>
                </a:solidFill>
                <a:latin typeface="Lato"/>
              </a:rPr>
              <a:t>Дэлгэц дээрх</a:t>
            </a:r>
          </a:p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64748B"/>
                </a:solidFill>
                <a:latin typeface="Lato"/>
              </a:rPr>
              <a:t>QR-ыг унш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4648" y="4572000"/>
            <a:ext cx="1828800" cy="1463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5400">
            <a:solidFill>
              <a:srgbClr val="1E293B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1E293B"/>
                </a:solidFill>
                <a:latin typeface="Lato"/>
              </a:rPr>
              <a:t>[ QR ЗУРАГ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4476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Lato"/>
              </a:rPr>
              <a:t>Anime Library  ·  багшийн бэлэн апп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E293B"/>
                </a:solidFill>
                <a:latin typeface="Lato"/>
              </a:rPr>
              <a:t>Одоо бүгд утсаа хараарай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Lato"/>
              </a:rPr>
              <a:t>Би компьютер дээрээсээ шинэ кино нэмнэ.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42900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A855F7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E293B"/>
                </a:solidFill>
                <a:latin typeface="Lato"/>
              </a:rPr>
              <a:t>Багшийн вэб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293B"/>
                </a:solidFill>
                <a:latin typeface="Lato"/>
              </a:rPr>
              <a:t>хуудас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342900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F97316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E293B"/>
                </a:solidFill>
                <a:latin typeface="Lato"/>
              </a:rPr>
              <a:t>Firestore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293B"/>
                </a:solidFill>
                <a:latin typeface="Lato"/>
              </a:rPr>
              <a:t>(database)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7575" y="342900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84CC16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E293B"/>
                </a:solidFill>
                <a:latin typeface="Lato"/>
              </a:rPr>
              <a:t>Чиний утас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913632"/>
            <a:ext cx="429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  <a:latin typeface="Lato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3913632"/>
            <a:ext cx="429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  <a:latin typeface="Lato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5212080"/>
            <a:ext cx="4343400" cy="5669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Lato"/>
              </a:rPr>
              <a:t>2 СЕКУНД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Lato"/>
              </a:rPr>
              <a:t>Энэ бол Хичээл 4-т чиний бүтээх зүйл.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2848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1E293B"/>
                </a:solidFill>
                <a:latin typeface="Lato"/>
              </a:rPr>
              <a:t>Юу бүтээх бол?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393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Lato"/>
              </a:rPr>
              <a:t>10 хичээлийн зам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622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Lato"/>
              </a:rPr>
              <a:t>&gt;_  Build the future today!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The 10-Lesson Quest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51560" y="3246120"/>
            <a:ext cx="10058400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002536" y="3099815"/>
            <a:ext cx="292608" cy="292608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Lato"/>
              </a:rPr>
              <a:t>Season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1188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Lato"/>
              </a:rPr>
              <a:t>Хичээл 2–5</a:t>
            </a:r>
          </a:p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Lato"/>
              </a:rPr>
              <a:t>Багштай хамт</a:t>
            </a:r>
          </a:p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Lato"/>
              </a:rPr>
              <a:t>Anime Library</a:t>
            </a:r>
          </a:p>
        </p:txBody>
      </p:sp>
      <p:sp>
        <p:nvSpPr>
          <p:cNvPr id="10" name="Oval 9"/>
          <p:cNvSpPr/>
          <p:nvPr/>
        </p:nvSpPr>
        <p:spPr>
          <a:xfrm>
            <a:off x="5934456" y="3099815"/>
            <a:ext cx="292608" cy="29260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43400" y="2331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Lato"/>
              </a:rPr>
              <a:t>Season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61188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Lato"/>
              </a:rPr>
              <a:t>Хичээл 6–9</a:t>
            </a:r>
          </a:p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Lato"/>
              </a:rPr>
              <a:t>Бие даан</a:t>
            </a:r>
          </a:p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Lato"/>
              </a:rPr>
              <a:t>ӨӨРИЙН апп</a:t>
            </a:r>
          </a:p>
        </p:txBody>
      </p:sp>
      <p:sp>
        <p:nvSpPr>
          <p:cNvPr id="13" name="Oval 12"/>
          <p:cNvSpPr/>
          <p:nvPr/>
        </p:nvSpPr>
        <p:spPr>
          <a:xfrm>
            <a:off x="9866376" y="3099815"/>
            <a:ext cx="292608" cy="292608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5319" y="2331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Lato"/>
              </a:rPr>
              <a:t>Demo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61188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Lato"/>
              </a:rPr>
              <a:t>Хичээл 10</a:t>
            </a:r>
          </a:p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Lato"/>
              </a:rPr>
              <a:t>Эцэг эх утсандаа</a:t>
            </a:r>
          </a:p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Lato"/>
              </a:rPr>
              <a:t>татаж туршина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Lato"/>
              </a:rPr>
              <a:t>Хичээл 1 (өнөөдөр) = хэрэгслээ бэлдэх.  Хичээл 2-оос бүтээж эхэлнэ.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Lato"/>
              </a:rPr>
              <a:t>Season 1: Anime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Lato"/>
              </a:rPr>
              <a:t>Нэг бүтээгдэхүүн, 3 хэсэг — Netflix-тэй ижил бүтэц.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468880"/>
            <a:ext cx="40233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A855F7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E293B"/>
                </a:solidFill>
                <a:latin typeface="Lato"/>
              </a:rPr>
              <a:t>WEB ADMIN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Lato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Lato"/>
              </a:rPr>
              <a:t>кино нэмэх / засах / устгах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Lato"/>
              </a:rPr>
              <a:t>(Google AI Studio)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2468880"/>
            <a:ext cx="40233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84CC16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E293B"/>
                </a:solidFill>
                <a:latin typeface="Lato"/>
              </a:rPr>
              <a:t>MOBILE APP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Lato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Lato"/>
              </a:rPr>
              <a:t>жагсаалт / дэлгэрэнгүй /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Lato"/>
              </a:rPr>
              <a:t>хайлт / миний list  (Expo Go)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892040"/>
            <a:ext cx="38404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F97316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E293B"/>
                </a:solidFill>
                <a:latin typeface="Lato"/>
              </a:rPr>
              <a:t>FIRESTORE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Lato"/>
              </a:rPr>
              <a:t>нэг дата, 2 хэрэглэгч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4343400"/>
            <a:ext cx="1920240" cy="54864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269480" y="4343400"/>
            <a:ext cx="1920240" cy="54864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Season 1 — Хичээл 2–5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75688"/>
            <a:ext cx="1691640" cy="5669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Хичээл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14884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Lato"/>
              </a:rPr>
              <a:t>Кинонуудын жагсаалт + дэлгэрэнгүй дэлгэц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898648"/>
            <a:ext cx="10424160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68680" y="3127248"/>
            <a:ext cx="1691640" cy="5669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Хичээл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20040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Lato"/>
              </a:rPr>
              <a:t>Админ вэб хуудас — кино нэмдэг, засдаг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950208"/>
            <a:ext cx="10424160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4178807"/>
            <a:ext cx="1691640" cy="566928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Хичээл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251959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Lato"/>
              </a:rPr>
              <a:t>Апп ↔ Firestore: realtime шидэт мөч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5001767"/>
            <a:ext cx="10424160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" y="5230368"/>
            <a:ext cx="1691640" cy="566928"/>
          </a:xfrm>
          <a:prstGeom prst="roundRect">
            <a:avLst>
              <a:gd name="adj" fmla="val 50000"/>
            </a:avLst>
          </a:prstGeom>
          <a:solidFill>
            <a:srgbClr val="387CF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Хичээл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530352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Lato"/>
              </a:rPr>
              <a:t>Камер · хайлт · Миний жагсаалт ·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6172200"/>
            <a:ext cx="3749039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Lato"/>
              </a:rPr>
              <a:t>→  БЭЛЭН БҮТЭЭГДЭХҮҮН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Season 2 — ӨӨРИЙН апп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Lato"/>
              </a:rPr>
              <a:t>Гэр бүл, найзаасаа бодит асуудал "агнаж" ирээд түүнийг шийддэг апп бүтээнэ.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2377440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A855F7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9848" y="2706624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Lato"/>
              </a:rPr>
              <a:t>Хичээл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337560"/>
            <a:ext cx="197510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Problem Hunt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Өөрийн санаа + төлөвлөгөө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468880"/>
            <a:ext cx="2377440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F973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39896" y="2706624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Lato"/>
              </a:rPr>
              <a:t>Хичээл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3337560"/>
            <a:ext cx="197510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Build sprint #1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Гол дэлгэц +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468880"/>
            <a:ext cx="2377440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84CC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9944" y="2706624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Lato"/>
              </a:rPr>
              <a:t>Хичээл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337560"/>
            <a:ext cx="197510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Build sprint #2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Maps · сануулга · polish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8824" y="2468880"/>
            <a:ext cx="2377440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387CF0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9992" y="2706624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Lato"/>
              </a:rPr>
              <a:t>Хичээл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3337560"/>
            <a:ext cx="197510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Тест + Pitch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Бодит хэрэглэгчээр туршуулах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1E293B"/>
                </a:solidFill>
                <a:latin typeface="Lato"/>
              </a:rPr>
              <a:t>Х2–5-д хэрэглэсэн бүх prompt-оо цуглуулж явна = чиний PLAYBOOK.</a:t>
            </a:r>
          </a:p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1E293B"/>
                </a:solidFill>
                <a:latin typeface="Lato"/>
              </a:rPr>
              <a:t>Шинэ аппыг 0-оос биш, загвартай эхэлнэ.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Хичээл 10: Demo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3200400" cy="320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A855F7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9848" y="238658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Lato"/>
              </a:rPr>
              <a:t>The Final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017520"/>
            <a:ext cx="279806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Аппаа бэлэн болгож,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icon, нэр, splash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хийж дуусгана.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48840"/>
            <a:ext cx="3200400" cy="320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F973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81728" y="238658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Lato"/>
              </a:rPr>
              <a:t>Эцэг эхийн утсанд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017520"/>
            <a:ext cx="279806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Эцэг эх чинь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Expo Go-оор чиний аппыг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ӨӨРИЙН утсандаа татаж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туршина.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148840"/>
            <a:ext cx="3200400" cy="320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84CC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93608" y="238658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Lato"/>
              </a:rPr>
              <a:t>Glory &amp; Prizes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3017520"/>
            <a:ext cx="279806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Best Problem Solver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Best Design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Best Pitch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Best Mentor Buddy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Lato"/>
              </a:rPr>
              <a:t>8 сарын 22  ·  Баасан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Round 1 →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9202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97316"/>
                </a:solidFill>
                <a:latin typeface="Lato"/>
              </a:rPr>
              <a:t>Round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97316"/>
                </a:solidFill>
                <a:latin typeface="Lato"/>
              </a:rPr>
              <a:t>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Lato"/>
              </a:rPr>
              <a:t>Гарц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60604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Lato"/>
              </a:rPr>
              <a:t>Вэб сайт, тоглоом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606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Lato"/>
              </a:rPr>
              <a:t>Вэб + утасны апп + database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209544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33192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Lato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1927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Lato"/>
              </a:rPr>
              <a:t>Чат (AI Studio)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Lato"/>
              </a:rPr>
              <a:t>Agent — файл засаж, ажиллуулна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922776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403250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Lato"/>
              </a:rPr>
              <a:t>Ур чадвар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032504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Lato"/>
              </a:rPr>
              <a:t>Prompt бичих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03250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Lato"/>
              </a:rPr>
              <a:t>Agent-ыг удирдах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636008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474573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Lato"/>
              </a:rPr>
              <a:t>Санаа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745736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Lato"/>
              </a:rPr>
              <a:t>"Ямар тоглоом?"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74573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Lato"/>
              </a:rPr>
              <a:t>"Хэний ямар асуудал?"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5349240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545896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Lato"/>
              </a:rPr>
              <a:t>Demo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45896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Lato"/>
              </a:rPr>
              <a:t>Дэлгэц дээр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45896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Lato"/>
              </a:rPr>
              <a:t>Эцэг эхийн утсан дээр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" y="6062472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2848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1E293B"/>
                </a:solidFill>
                <a:latin typeface="Lato"/>
              </a:rPr>
              <a:t>Апп хаанаас ирдэг вэ?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393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Lato"/>
              </a:rPr>
              <a:t>Апп хөгжүүлэлтийн ертөнц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622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Lato"/>
              </a:rPr>
              <a:t>&gt;_  Build the future today!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3 төрлийн апп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3200400" cy="320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A855F7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9848" y="224942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Lato"/>
              </a:rPr>
              <a:t>Web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80360"/>
            <a:ext cx="279806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Браузераар нээдэг.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Суулгах шаардлагагүй.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/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Round 1-д хийсэн сайт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200400" cy="320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EF4444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81728" y="224942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Lato"/>
              </a:rPr>
              <a:t>Native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880360"/>
            <a:ext cx="279806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Утсанд суудаг.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iPhone-д Swift,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Android-д Kotlin —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2 өөр код бичнэ.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011680"/>
            <a:ext cx="3200400" cy="320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84CC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93608" y="224942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Lato"/>
              </a:rPr>
              <a:t>Cross-platform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880360"/>
            <a:ext cx="279806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1 код → 2 платформ.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/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Manай зам: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React Native + Expo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Lato"/>
              </a:rPr>
              <a:t>Асуулт: утсан дээрээ хамгийн их ашигладаг апп чинь аль төрөл вэ?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Яагаад Expo?</a:t>
            </a:r>
          </a:p>
        </p:txBody>
      </p:sp>
      <p:sp>
        <p:nvSpPr>
          <p:cNvPr id="6" name="Oval 5"/>
          <p:cNvSpPr/>
          <p:nvPr/>
        </p:nvSpPr>
        <p:spPr>
          <a:xfrm>
            <a:off x="964692" y="2171700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71016" y="2103120"/>
            <a:ext cx="100218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E293B"/>
                </a:solidFill>
                <a:latin typeface="Lato"/>
              </a:rPr>
              <a:t>1 удаа бичээд iPhone, Android хоёуланд нь ажиллана</a:t>
            </a:r>
          </a:p>
        </p:txBody>
      </p:sp>
      <p:sp>
        <p:nvSpPr>
          <p:cNvPr id="8" name="Oval 7"/>
          <p:cNvSpPr/>
          <p:nvPr/>
        </p:nvSpPr>
        <p:spPr>
          <a:xfrm>
            <a:off x="964692" y="2948940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71016" y="2880360"/>
            <a:ext cx="100218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E293B"/>
                </a:solidFill>
                <a:latin typeface="Lato"/>
              </a:rPr>
              <a:t>Expo Go — App Store-т тавихгүйгээр утсан дээрээ шууд туршина</a:t>
            </a:r>
          </a:p>
        </p:txBody>
      </p:sp>
      <p:sp>
        <p:nvSpPr>
          <p:cNvPr id="10" name="Oval 9"/>
          <p:cNvSpPr/>
          <p:nvPr/>
        </p:nvSpPr>
        <p:spPr>
          <a:xfrm>
            <a:off x="964692" y="3726180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71016" y="3657600"/>
            <a:ext cx="100218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E293B"/>
                </a:solidFill>
                <a:latin typeface="Lato"/>
              </a:rPr>
              <a:t>Код өөрчлөгдөх бүрт утас чинь 2–3 секундэд шинэчлэгдэнэ</a:t>
            </a:r>
          </a:p>
        </p:txBody>
      </p:sp>
      <p:sp>
        <p:nvSpPr>
          <p:cNvPr id="12" name="Oval 11"/>
          <p:cNvSpPr/>
          <p:nvPr/>
        </p:nvSpPr>
        <p:spPr>
          <a:xfrm>
            <a:off x="964692" y="4503420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71016" y="4434840"/>
            <a:ext cx="100218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E293B"/>
                </a:solidFill>
                <a:latin typeface="Lato"/>
              </a:rPr>
              <a:t>Камер, зураг, GPS, сануулга — утасны бүх боломж бэлэн байдаг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406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Lato"/>
              </a:rPr>
              <a:t>Тиймээс өнөөдөр Expo Go-г утсандаа суулгана.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Апп бүтээх багт хэн байдаг вэ?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2377440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A855F7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9848" y="2249424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Lato"/>
              </a:rPr>
              <a:t>Product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80360"/>
            <a:ext cx="1975104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Lato"/>
              </a:rPr>
              <a:t>Юу бүтээх,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Lato"/>
              </a:rPr>
              <a:t>хэнд зориулах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2011680"/>
            <a:ext cx="2377440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F973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39896" y="2249424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Lato"/>
              </a:rPr>
              <a:t>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96" y="2880360"/>
            <a:ext cx="1975104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Lato"/>
              </a:rPr>
              <a:t>Дэлгэц ямар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Lato"/>
              </a:rPr>
              <a:t>харагдахыг зурна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011680"/>
            <a:ext cx="2377440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EF4444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9944" y="2249424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Lato"/>
              </a:rPr>
              <a:t>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880360"/>
            <a:ext cx="1975104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Lato"/>
              </a:rPr>
              <a:t>Код бичнэ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2011680"/>
            <a:ext cx="2377440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84CC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79992" y="2249424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Lato"/>
              </a:rPr>
              <a:t>Tester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80360"/>
            <a:ext cx="1975104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Lato"/>
              </a:rPr>
              <a:t>Эвдэрч байна уу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Lato"/>
              </a:rPr>
              <a:t>гэж шалгана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1E293B"/>
                </a:solidFill>
                <a:latin typeface="Lato"/>
              </a:rPr>
              <a:t>ЧИ = Product owner + Designer + Tester</a:t>
            </a:r>
          </a:p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1E293B"/>
                </a:solidFill>
                <a:latin typeface="Lato"/>
              </a:rPr>
              <a:t>ЧИНИЙ AGENT = Developer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2848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1E293B"/>
                </a:solidFill>
                <a:latin typeface="Lato"/>
              </a:rPr>
              <a:t>Agentic AI гэж юу вэ?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393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Lato"/>
              </a:rPr>
              <a:t>Чатнаас юугаараа өөр вэ?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622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Lato"/>
              </a:rPr>
              <a:t>&gt;_  Build the future today!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Чат AI  vs 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9659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64748B"/>
                </a:solidFill>
                <a:latin typeface="Lato"/>
              </a:rPr>
              <a:t>Чат AI (Round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659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97316"/>
                </a:solidFill>
                <a:latin typeface="Lato"/>
              </a:rPr>
              <a:t>Agent (Round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Lato"/>
              </a:rPr>
              <a:t>Юу хийдэг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974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Lato"/>
              </a:rPr>
              <a:t>Хариу бичиж өгнө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974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Lato"/>
              </a:rPr>
              <a:t>Файлыг өөрөө засна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319272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3474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Lato"/>
              </a:rPr>
              <a:t>Терминал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Lato"/>
              </a:rPr>
              <a:t>Ашиглаж чадахгүй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747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Lato"/>
              </a:rPr>
              <a:t>Команд ажиллуулна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4096512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4251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Lato"/>
              </a:rPr>
              <a:t>Шалгалт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519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Lato"/>
              </a:rPr>
              <a:t>Чи хуулж тавина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519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Lato"/>
              </a:rPr>
              <a:t>Өөрөө ажиллуулж шалгана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873752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50292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Lato"/>
              </a:rPr>
              <a:t>Алдаа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0292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Lato"/>
              </a:rPr>
              <a:t>Чи олно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02920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Lato"/>
              </a:rPr>
              <a:t>Алдаагаа өөрөө уншиж заслаа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5650992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Агентын 4 алхамын гогцоо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Lato"/>
              </a:rPr>
              <a:t>Хичээл бүрт, feature бүрт — үүнийг л дахин дахин хийнэ.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23160"/>
            <a:ext cx="2267712" cy="2194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A855F7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9848" y="2660904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>
                <a:solidFill>
                  <a:srgbClr val="F97316"/>
                </a:solidFill>
                <a:latin typeface="Lato"/>
              </a:rPr>
              <a:t>1 ·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291839"/>
            <a:ext cx="18653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Юу хүсэж байгаагаа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tодорхой хэл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32918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Lat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2423160"/>
            <a:ext cx="2267712" cy="2194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F973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39896" y="2660904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>
                <a:solidFill>
                  <a:srgbClr val="F97316"/>
                </a:solidFill>
                <a:latin typeface="Lato"/>
              </a:rPr>
              <a:t>2 ·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3291839"/>
            <a:ext cx="18653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Agent код бичнэ,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утас 2 сек-д шинэчлэгдэнэ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32918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Lat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423160"/>
            <a:ext cx="2267712" cy="2194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84CC16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9944" y="2660904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>
                <a:solidFill>
                  <a:srgbClr val="F97316"/>
                </a:solidFill>
                <a:latin typeface="Lato"/>
              </a:rPr>
              <a:t>3 ·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291839"/>
            <a:ext cx="18653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УТСАН ДЭЭРЭЭ шалга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хүссэн шиг болов уу?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32918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Lato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78824" y="2423160"/>
            <a:ext cx="2267712" cy="2194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387CF0"/>
            </a:solidFill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79992" y="2660904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>
                <a:solidFill>
                  <a:srgbClr val="F97316"/>
                </a:solidFill>
                <a:latin typeface="Lato"/>
              </a:rPr>
              <a:t>4 · RE-PROMPT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291839"/>
            <a:ext cx="18653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Болоогүй бол "би юу</a:t>
            </a:r>
          </a:p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Lato"/>
              </a:rPr>
              <a:t>харж байна"-г хэл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8348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1E293B"/>
                </a:solidFill>
                <a:latin typeface="Lato"/>
              </a:rPr>
              <a:t>Agent чиний утсыг МЭДРЭХ ЧАДВАРГҮЙ.</a:t>
            </a:r>
          </a:p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1E293B"/>
                </a:solidFill>
                <a:latin typeface="Lato"/>
              </a:rPr>
              <a:t>Товч жижиг үү, чирэхэд гацаж байна уу — үүнийг зөвхөн ЧИ мэднэ.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2848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1E293B"/>
                </a:solidFill>
                <a:latin typeface="Lato"/>
              </a:rPr>
              <a:t>Setup marathon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393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Lato"/>
              </a:rPr>
              <a:t>Хосоороо · 45 минут · checklist-ээр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622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Lato"/>
              </a:rPr>
              <a:t>&gt;_  Build the future today!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8 алхам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031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Lato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17627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Lato"/>
              </a:rPr>
              <a:t>Утсандаа Expo 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175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Lato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09067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Lato"/>
              </a:rPr>
              <a:t>Node.js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931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Lato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400507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Lato"/>
              </a:rPr>
              <a:t>Agent (Codex / Antigravity)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846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Lato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491947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Lato"/>
              </a:rPr>
              <a:t>Expo account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1031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Lato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217627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Lato"/>
              </a:rPr>
              <a:t>Expo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0175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Lato"/>
              </a:rP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309067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Lato"/>
              </a:rPr>
              <a:t>Expo MCP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931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Lato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400507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Lato"/>
              </a:rPr>
              <a:t>Шалгах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846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Lato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491947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Lato"/>
              </a:rPr>
              <a:t>Эхний өөрийн апп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607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Lato"/>
              </a:rPr>
              <a:t>Гацвал: алдааны текстийг БҮТНЭЭР хуулж agent-даа өг. Тэр өөрөө засна.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Агентдаа мэдлэг нэмнэ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Lato"/>
              </a:rPr>
              <a:t>Agent анхнаасаа Expo-г мэдэхгүй. Бид түүнийг ухаалаг болгоно.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514600"/>
            <a:ext cx="4480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A855F7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E293B"/>
                </a:solidFill>
                <a:latin typeface="Lato"/>
              </a:rPr>
              <a:t>EXPO SKILLS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293B"/>
                </a:solidFill>
                <a:latin typeface="Lato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293B"/>
                </a:solidFill>
                <a:latin typeface="Lato"/>
              </a:rPr>
              <a:t>Expo-г яаж зөв бүтээхийг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293B"/>
                </a:solidFill>
                <a:latin typeface="Lato"/>
              </a:rPr>
              <a:t>агентад заана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514600"/>
            <a:ext cx="4480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84CC16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E293B"/>
                </a:solidFill>
                <a:latin typeface="Lato"/>
              </a:rPr>
              <a:t>EXPO MCP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293B"/>
                </a:solidFill>
                <a:latin typeface="Lato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293B"/>
                </a:solidFill>
                <a:latin typeface="Lato"/>
              </a:rPr>
              <a:t>Агент албан ёсны документыг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293B"/>
                </a:solidFill>
                <a:latin typeface="Lato"/>
              </a:rPr>
              <a:t>ӨӨРӨӨ уншина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1E293B"/>
                </a:solidFill>
                <a:latin typeface="Lato"/>
              </a:rPr>
              <a:t>Round 2-ийн гол ур чадвар: агентыг зүгээр хэрэглэхгүй — түүнийг ХҮЧТЭЙ БОЛГОНО.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AI Smart &amp; Safe: "Зөвшөөрөх үү?"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Lato"/>
              </a:rPr>
              <a:t>Agent ажиллахдаа зөвшөөрөл асууна. Хаа сайгүй Yes дарж болохгүй.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Lato"/>
              </a:rPr>
              <a:t>Төслийн файлыг засах уу?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468880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ТИЙМ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72968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Lato"/>
              </a:rPr>
              <a:t>npm install ... ажиллуулах уу?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3127248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ТИЙМ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31336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Lato"/>
              </a:rPr>
              <a:t>Файл УСТГАХ уу?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3785616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УНШААД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9704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Lato"/>
              </a:rPr>
              <a:t>Бүх зөвшөөрлийг автоматаар өгөх үү?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4443984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ҮГҮЙ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4807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Lato"/>
              </a:rPr>
              <a:t>Төслөөс ГАДУУРХ файлд гар хүрэх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5102352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ҮГҮЙ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436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Lato"/>
              </a:rPr>
              <a:t>Дүрэм: ойлгоогүй зүйл дээр Yes дарахгүй. Асуу.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Lato"/>
              </a:rPr>
              <a:t>Гэрийн даалгавар</a:t>
            </a:r>
          </a:p>
        </p:txBody>
      </p:sp>
      <p:sp>
        <p:nvSpPr>
          <p:cNvPr id="6" name="Oval 5"/>
          <p:cNvSpPr/>
          <p:nvPr/>
        </p:nvSpPr>
        <p:spPr>
          <a:xfrm>
            <a:off x="964692" y="2217420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71016" y="2148840"/>
            <a:ext cx="100218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E293B"/>
                </a:solidFill>
                <a:latin typeface="Lato"/>
              </a:rPr>
              <a:t>Утсан дээрх аппаа гэр бүлдээ үзүүл — "энэ намайг хийсэн"</a:t>
            </a:r>
          </a:p>
        </p:txBody>
      </p:sp>
      <p:sp>
        <p:nvSpPr>
          <p:cNvPr id="8" name="Oval 7"/>
          <p:cNvSpPr/>
          <p:nvPr/>
        </p:nvSpPr>
        <p:spPr>
          <a:xfrm>
            <a:off x="964692" y="3086100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71016" y="3017520"/>
            <a:ext cx="100218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E293B"/>
                </a:solidFill>
                <a:latin typeface="Lato"/>
              </a:rPr>
              <a:t>Дуртай 5 кино / аниме / манга-гийн нэрийг Discord-д бич  (Хичээл 2-д хэрэглэнэ)</a:t>
            </a:r>
          </a:p>
        </p:txBody>
      </p:sp>
      <p:sp>
        <p:nvSpPr>
          <p:cNvPr id="10" name="Oval 9"/>
          <p:cNvSpPr/>
          <p:nvPr/>
        </p:nvSpPr>
        <p:spPr>
          <a:xfrm>
            <a:off x="964692" y="3954780"/>
            <a:ext cx="155448" cy="1554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71016" y="3886200"/>
            <a:ext cx="100218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E293B"/>
                </a:solidFill>
                <a:latin typeface="Lato"/>
              </a:rPr>
              <a:t>Дуртай 3 аппыг бод: тэд ямар асуудлыг шийдэж байна вэ?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029200"/>
            <a:ext cx="6126480" cy="65836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Lato"/>
              </a:rPr>
              <a:t>ДАРААГИЙН ХИЧЭЭЛД УТСАА ЗААВАЛ АВЧИР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Lato"/>
              </a:rPr>
              <a:t>Хичээл 2  ·  8 сарын 4, Мягмар  ·  09:00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384048" y="310896"/>
            <a:ext cx="420624" cy="365760"/>
          </a:xfrm>
          <a:prstGeom prst="hexagon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22C55E"/>
                </a:solidFill>
                <a:latin typeface="Lato"/>
              </a:rPr>
              <a:t>CODELY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2848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1E293B"/>
                </a:solidFill>
                <a:latin typeface="Lato"/>
              </a:rPr>
              <a:t>Асуулт хариулт?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393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Lato"/>
              </a:rPr>
              <a:t>Ready to build your first app?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622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Lato"/>
              </a:rPr>
              <a:t>&gt;_  Build the future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